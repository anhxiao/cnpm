
<file path=[Content_Types].xml><?xml version="1.0" encoding="utf-8"?>
<Types xmlns="http://schemas.openxmlformats.org/package/2006/content-types">
  <Default Extension="jpeg" ContentType="image/jpeg"/>
  <Default Extension="org&amp;utm_campaign=index&amp;utm_content=thumbnail_unscaled&amp;_=20240225063342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95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_unscaled&amp;_=20240225063342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_unscaled&amp;_=20240225063342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_unscaled&amp;_=20240225063342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_unscaled&amp;_=20240225063342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_unscaled&amp;_=20240225063342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_unscaled&amp;_=20240225063342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807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vi-VN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777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195754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Xây dựng ứng dụng</a:t>
            </a:r>
            <a:endParaRPr lang="en-US" sz="4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quản lý dự án cá nhân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 flipV="1">
            <a:off x="1378633" y="3337560"/>
            <a:ext cx="6386732" cy="45720"/>
          </a:xfrm>
          <a:prstGeom prst="rect">
            <a:avLst/>
          </a:prstGeom>
          <a:solidFill>
            <a:srgbClr val="3B6FD4"/>
          </a:solidFill>
          <a:ln/>
        </p:spPr>
        <p:txBody>
          <a:bodyPr/>
          <a:lstStyle/>
          <a:p>
            <a:endParaRPr lang="vi-VN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941341" y="3068515"/>
            <a:ext cx="53597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Thạch Nam Anh - Lê Phúc Cang
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Nguyễn Bảo Ân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0F00E382-BB94-D9CF-605D-7C6E31D39613}"/>
              </a:ext>
            </a:extLst>
          </p:cNvPr>
          <p:cNvSpPr txBox="1"/>
          <p:nvPr/>
        </p:nvSpPr>
        <p:spPr>
          <a:xfrm>
            <a:off x="2642967" y="558983"/>
            <a:ext cx="3858065" cy="94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TRƯỜNG KỸ THUẬT VÀ CÔNG NGHỆ</a:t>
            </a:r>
            <a:endParaRPr lang="vi-VN" sz="12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KHOA CÔNG NGHỆ THÔNG TIN</a:t>
            </a:r>
          </a:p>
          <a:p>
            <a:pPr algn="ctr">
              <a:buNone/>
            </a:pPr>
            <a:endParaRPr lang="vi-VN" sz="12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vi-VN" sz="12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Hình ảnh 10" descr="Tập tin:Logo Trường Đại học Trà Vinh.png">
            <a:extLst>
              <a:ext uri="{FF2B5EF4-FFF2-40B4-BE49-F238E27FC236}">
                <a16:creationId xmlns:a16="http://schemas.microsoft.com/office/drawing/2014/main" id="{F01119E7-B67E-2447-85B5-0C9DF2FD9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62010"/>
            <a:ext cx="933744" cy="933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868680" y="1572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5727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4937760" y="1572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5727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lý thuyết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42316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86868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578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thực hóa nghiên cứu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7"/>
          <p:cNvSpPr/>
          <p:nvPr/>
        </p:nvSpPr>
        <p:spPr>
          <a:xfrm>
            <a:off x="4937760" y="2578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493776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25786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nghiên cứu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868680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86868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3584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7" name="Shape 25"/>
          <p:cNvSpPr/>
          <p:nvPr/>
        </p:nvSpPr>
        <p:spPr>
          <a:xfrm>
            <a:off x="4937760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Text 26"/>
          <p:cNvSpPr/>
          <p:nvPr/>
        </p:nvSpPr>
        <p:spPr>
          <a:xfrm>
            <a:off x="493776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3584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giao diện hệ thống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10972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quan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· Lý do chọn đề tài · Mục tiêu · Phạm vi</a:t>
            </a:r>
            <a:endParaRPr lang="en-US" sz="1600" dirty="0"/>
          </a:p>
        </p:txBody>
      </p:sp>
      <p:pic>
        <p:nvPicPr>
          <p:cNvPr id="7" name="Hình ảnh 6" descr="Tập tin:Logo Trường Đại học Trà Vinh.png">
            <a:extLst>
              <a:ext uri="{FF2B5EF4-FFF2-40B4-BE49-F238E27FC236}">
                <a16:creationId xmlns:a16="http://schemas.microsoft.com/office/drawing/2014/main" id="{B421A83A-A0A4-1760-5F87-43E59BC5C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8" y="254976"/>
            <a:ext cx="933744" cy="933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Lý do chọn đề tài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 cầu quản lý công việc và dự án cá nhân ngày càng lớn với sinh viên và người đi làm.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công cụ hiện có thiên về làm việc nhóm, nặng tính năng, chưa tối ưu cho nhu cầu cá nhân.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cần một nơi tập trung: dự án, công việc, tiến độ, hạn hoàn thành và nhắc nhở.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là cơ hội vận dụng kiến thức phân tích – thiết kế hệ thống, cơ sở dữ liệu và quy trình Agile – Scrum.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1698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Mục tiêu và phạm vi đề tài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2499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50392" y="1600200"/>
            <a:ext cx="2170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Mục tiêu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993392"/>
            <a:ext cx="2170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web quản lý dự án cá nhân: quản lý dự án, công việc, tiến độ, lịch và thông báo.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3760" y="1463040"/>
            <a:ext cx="2499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3578352" y="1600200"/>
            <a:ext cx="2170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Phương pháp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8352" y="1993392"/>
            <a:ext cx="2170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Agile – Scrum: chia Sprint, Product Backlog dạng User Story, kiểm thử theo từng chức năng.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1720" y="1463040"/>
            <a:ext cx="2499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6306312" y="1600200"/>
            <a:ext cx="2170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Phạm vi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6312" y="1993392"/>
            <a:ext cx="2170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cá nhân; nền tảng web MERN; RESTful API tài liệu hóa bằng Swagger/OpenAPI.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cuối: ứng dụng web hoàn chỉnh kèm tài liệu phân tích, thiết kế và kết quả kiểm thử.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Nghiên cứu lý thuyết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Scrum · MERN · MongoDB · Swagger</a:t>
            </a:r>
            <a:endParaRPr lang="en-US" sz="1600" dirty="0"/>
          </a:p>
        </p:txBody>
      </p:sp>
      <p:pic>
        <p:nvPicPr>
          <p:cNvPr id="7" name="Hình ảnh 6" descr="Tập tin:Logo Trường Đại học Trà Vinh.png">
            <a:extLst>
              <a:ext uri="{FF2B5EF4-FFF2-40B4-BE49-F238E27FC236}">
                <a16:creationId xmlns:a16="http://schemas.microsoft.com/office/drawing/2014/main" id="{6F1A5A88-9A0F-2009-36BA-10346B2F7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8" y="254976"/>
            <a:ext cx="933744" cy="933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Triết lý phát triển linh hoạt (Agile)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giá trị cốt lõi của Tuyên ngôn Agile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81737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850392" y="18288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Cá nhân &amp; tương tác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221992"/>
            <a:ext cx="14881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quy trình và công cụ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31770" y="1691640"/>
            <a:ext cx="181737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2896362" y="18288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Phần mềm chạy được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6362" y="2221992"/>
            <a:ext cx="14881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tài liệu đầy đủ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77740" y="1691640"/>
            <a:ext cx="181737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4942332" y="18288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Cộng tác khách hàng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42332" y="2221992"/>
            <a:ext cx="14881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đàm phán hợp đồng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23710" y="1691640"/>
            <a:ext cx="181737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6988302" y="18288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Phản hồi thay đổi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88302" y="2221992"/>
            <a:ext cx="14881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bám sát kế hoạch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hướng tới bàn giao giá trị sớm, liên tục cải tiến và thích ứng nhanh với thay đổi yêu cầu.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2.1.4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Ưu điểm và hạn chế của Agile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ứng nhanh với thay đổi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sản phẩm theo từng phần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sớm, giảm rủi ro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tính minh bạch tiến độ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kỷ luật và cam kết cao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có thể thiếu hệ thống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ước lượng chi phí – thời gian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nhiều vào giao tiếp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2.2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Khung làm việc Scrum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2499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50392" y="1600200"/>
            <a:ext cx="2170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vai trò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993392"/>
            <a:ext cx="21701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3760" y="1463040"/>
            <a:ext cx="2499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3578352" y="1600200"/>
            <a:ext cx="2170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sự kiện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8352" y="1993392"/>
            <a:ext cx="21701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· Sprint Planning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· Retrospective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1720" y="1463040"/>
            <a:ext cx="2499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6306312" y="1600200"/>
            <a:ext cx="2170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tạo tác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6312" y="1993392"/>
            <a:ext cx="21701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áp dụng Scrum để chia đề tài thành các Sprint ngắn, mỗi Sprint bàn giao một nhóm chức năng hoàn chỉnh.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2.5.4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Nền tảng công nghệ MERN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81737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5039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993392"/>
            <a:ext cx="14881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phi quan hệ, lưu dữ liệu dạng document linh hoạt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31770" y="1463040"/>
            <a:ext cx="181737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289636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96362" y="1993392"/>
            <a:ext cx="14881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RESTful API và xử lý logic phía máy chủ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77740" y="1463040"/>
            <a:ext cx="181737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494233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42332" y="1993392"/>
            <a:ext cx="14881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người dùng theo component, cập nhật động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23710" y="1463040"/>
            <a:ext cx="181737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98830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8302" y="1993392"/>
            <a:ext cx="148818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chạy JavaScript phía máy chủ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383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triển: Visual Studio Code cùng các extension hỗ trợ ESLint, Prettier, Git và REST Client.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2.4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và Mongoose ODM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dữ liệu dạng document (BSON), lược đồ linh hoạt, dễ mở rộng khi yêu cầu thay đổi.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đề tài: cấu trúc dự án – công việc – thông báo thay đổi liên tục theo từng Sprint.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giúp định nghĩa Schema, ràng buộc kiểu dữ liệu và validate trước khi ghi.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quan hệ tham chiếu giữa users – projects – tasks – notifications.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2.5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Swagger và đặc tả OpenAPI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955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mô tả API: endpoint, phương thức, tham số, request/response và mã lỗi.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Swagger UI cho phép thử API trực tiếp, giảm thời gian kiểm thử thủ công.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Scrum: tài liệu API cập nhật ngay trong Sprint, đồng bộ giữa frontend và backend.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RESTful: tài nguyên rõ ràng, phi trạng thái, dễ bảo trì và mở rộng.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Hiện thực hóa nghiên cứu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· Backlog · Thiết kế CSDL · API · Kiến trúc</a:t>
            </a:r>
            <a:endParaRPr lang="en-US" sz="1600" dirty="0"/>
          </a:p>
        </p:txBody>
      </p:sp>
      <p:pic>
        <p:nvPicPr>
          <p:cNvPr id="7" name="Hình ảnh 6" descr="Tập tin:Logo Trường Đại học Trà Vinh.png">
            <a:extLst>
              <a:ext uri="{FF2B5EF4-FFF2-40B4-BE49-F238E27FC236}">
                <a16:creationId xmlns:a16="http://schemas.microsoft.com/office/drawing/2014/main" id="{0B3AF492-2077-B056-A892-4A2394DA7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8" y="254976"/>
            <a:ext cx="933744" cy="933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Yêu cầu chức năng và phi chức năng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PHI CHỨC NĂNG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ký, đăng nhập, phân quyền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dự án (CRUD)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công việc, ưu tiên, trạng thái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công việc và nhắc hạn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báo, hồ sơ, cài đặt tài khoản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mật: mã hóa mật khẩu, xác thực bằng token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năng: phản hồi nhanh với thao tác thường dùng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dụng: giao diện đơn giản, dễ sử dụng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trì: mã nguồn phân lớp, API tài liệu hóa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3.2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Backlog dưới dạng User 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7955280" cy="2697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 tiên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Tôi muốn đăng ký và đăng nhập để bảo vệ dữ liệu cá nhân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Tôi muốn tạo dự án để nhóm các công việc liên quan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Tôi muốn thêm công việc với hạn và mức ưu tiên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Tôi muốn xem lịch công việc để nắm được deadline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Tôi muốn nhận thông báo khi công việc sắp đến hạn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3.3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Thiết kế cơ sở dữ liệu MongoDB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817370" cy="192024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5039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993392"/>
            <a:ext cx="14881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tài khoản, họ tên, email, mật khẩu mã hóa, vai trò, ngày tạo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31770" y="1463040"/>
            <a:ext cx="1817370" cy="192024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289636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96362" y="1993392"/>
            <a:ext cx="14881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dự án, mô tả, trạng thái, ngày bắt đầu – kết thúc, chủ sở hữu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77740" y="1463040"/>
            <a:ext cx="1817370" cy="192024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494233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42332" y="1993392"/>
            <a:ext cx="14881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công việc, mô tả, dự án, mức ưu tiên, trạng thái, hạn hoàn thành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23710" y="1463040"/>
            <a:ext cx="1817370" cy="192024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12700" dir="5400000" algn="bl" rotWithShape="0">
              <a:srgbClr val="C9D3E6">
                <a:alpha val="5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988302" y="1600200"/>
            <a:ext cx="14881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8302" y="1993392"/>
            <a:ext cx="148818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thông báo, người nhận, trạng thái đã đọc, thời gian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collection liên kết qua tham chiếu ObjectId: users → projects → tasks → notifications.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3.4 – 3.5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RESTful API và kiến trúc tổng thể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7955280" cy="20299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tiêu biểu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/api/auth/register, /login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ký, đăng nhập, cấp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GET|POST|PUT|DELETE /api/projects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dự án cá nhân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GET|POST|PUT|DELETE /api/tasks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công việc theo dự án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/api/notifications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sách và trạng thái thông báo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520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lớp: React (client)  →  Express/Node REST API (server)  →  MongoDB (dữ liệu)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nghiên cứu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chương trình · Kiểm thử · Đánh giá</a:t>
            </a:r>
            <a:endParaRPr lang="en-US" sz="1600" dirty="0"/>
          </a:p>
        </p:txBody>
      </p:sp>
      <p:pic>
        <p:nvPicPr>
          <p:cNvPr id="7" name="Hình ảnh 6" descr="Tập tin:Logo Trường Đại học Trà Vinh.png">
            <a:extLst>
              <a:ext uri="{FF2B5EF4-FFF2-40B4-BE49-F238E27FC236}">
                <a16:creationId xmlns:a16="http://schemas.microsoft.com/office/drawing/2014/main" id="{A7AE3253-BDCA-111F-7434-15A83A78F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8" y="254976"/>
            <a:ext cx="933744" cy="933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 – 4.2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Đăng nhập và Dashboard tổng quan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84048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 — Màn hình đăng nhập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840480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4.2 — Dashboard tổng quan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800" y="37947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bằng email và mật khẩu; Dashboard tổng hợp số dự án, công việc, tiến độ và việc sắp đến hạn.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4.3 – 4.4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Quản lý dự 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84048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4.3 — Danh sách dự án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840480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4.4 — Thêm dự án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800" y="37947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kiếm, xem trạng thái và tiến độ dự án; biểu mẫu thêm dự án với mô tả, trạng thái và mốc thời gian.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4.5 – 4.6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Quản lý công việc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84048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4.5 — Danh sách công việc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840480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4.6 — Thêm công việc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800" y="37947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trạng thái và mức ưu tiên; mỗi công việc thuộc một dự án, có deadline và trạng thái riêng.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4.7 – 4.9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Lịch, thông báo và hồ sơ cá nhân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06040" cy="13487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2514600" cy="1257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934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4.7 — Lịch công việc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606040" cy="13487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63040"/>
            <a:ext cx="2514600" cy="1257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7934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4.8 — Thông báo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2606040" cy="13487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463040"/>
            <a:ext cx="2514600" cy="1257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27934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4.9 — Hồ sơ cá nhân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85800" y="3429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theo dõi deadline theo lịch, nhận thông báo nhắc việc và cập nhật thông tin cá nhân.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Cài đặt tài khoản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325880"/>
            <a:ext cx="402336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88920" y="3410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4.10 — Cài đặt tài khoản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cập nhật họ tên, email, số điện thoại; chức năng đổi mật khẩu sẽ được bổ sung khi backend hỗ trợ API tương ứng.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 thực tế trong MongoDB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49377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4846320" cy="2423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822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4.11 — MongoDB Compass, collection users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ProjectManagement gồm 5 collection: users, projects, tasks, notifications, refreshtokens.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 được băm bằng bcrypt trước khi lưu.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bản ghi có createdAt / updatedAt phục vụ theo dõi và thống kê.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Tài liệu API với Swagger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49377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4846320" cy="2423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822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4.12 — Swagger UI: Project Management API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OpenAPI 3.0, chạy tại http://localhost:5000/api.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Authentication: register, login, refresh-token, logout.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kiểm thử trực tiếp và xác thực bằng JWT (Authorize).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4.3 – 4.4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kiểm thử và đánh giá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86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KHUYẾT ĐIỂM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 chức năng cốt lõi đã đặt ra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đơn giản, dễ sử dụng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tài liệu hóa rõ ràng bằng Swagger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theo từng chức năng trong mỗi Sprint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hỗ trợ làm việc nhóm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ứng dụng di động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– thống kê còn cơ bản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tối ưu cho khối lượng dữ liệu lớn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luận và hướng phát triển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ứng dụng web quản lý dự án cá nhân trên nền tảng MERN theo quy trình Agile – Scrum.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các yêu cầu chức năng cốt lõi: dự án, công việc, lịch, thông báo, hồ sơ và cài đặt.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cộng tác nhóm: chia sẻ dự án, phân công công việc.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ứng dụng di động và thông báo đẩy theo thời gian thực.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thống kê, báo cáo tiến độ và gợi ý sắp xếp công việc.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Thầy Cô đã lắng nghe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rất mong nhận được ý kiến đóng góp của Hội đồng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Thạch Nam Anh - Lê Phúc Cang</a:t>
            </a:r>
            <a:endParaRPr lang="en-US" sz="1500" dirty="0"/>
          </a:p>
        </p:txBody>
      </p:sp>
      <p:pic>
        <p:nvPicPr>
          <p:cNvPr id="7" name="Hình ảnh 6" descr="Tập tin:Logo Trường Đại học Trà Vinh.png">
            <a:extLst>
              <a:ext uri="{FF2B5EF4-FFF2-40B4-BE49-F238E27FC236}">
                <a16:creationId xmlns:a16="http://schemas.microsoft.com/office/drawing/2014/main" id="{1A2C01EA-9FD2-DDBF-92E5-F499181F7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8" y="254976"/>
            <a:ext cx="933744" cy="933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1849</Words>
  <Application>Microsoft Office PowerPoint</Application>
  <PresentationFormat>Trình chiếu Trên màn hình (16:9)</PresentationFormat>
  <Paragraphs>283</Paragraphs>
  <Slides>28</Slides>
  <Notes>28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28</vt:i4>
      </vt:variant>
    </vt:vector>
  </HeadingPairs>
  <TitlesOfParts>
    <vt:vector size="33" baseType="lpstr">
      <vt:lpstr>Arial</vt:lpstr>
      <vt:lpstr>Calibri</vt:lpstr>
      <vt:lpstr>Georgia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PHUC CANG</cp:lastModifiedBy>
  <cp:revision>4</cp:revision>
  <dcterms:created xsi:type="dcterms:W3CDTF">2026-08-16T09:37:04Z</dcterms:created>
  <dcterms:modified xsi:type="dcterms:W3CDTF">2026-08-16T17:18:32Z</dcterms:modified>
</cp:coreProperties>
</file>